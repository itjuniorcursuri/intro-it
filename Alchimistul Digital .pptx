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2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0"/>
    <p:restoredTop sz="94638"/>
  </p:normalViewPr>
  <p:slideViewPr>
    <p:cSldViewPr snapToGrid="0">
      <p:cViewPr>
        <p:scale>
          <a:sx n="61" d="100"/>
          <a:sy n="61" d="100"/>
        </p:scale>
        <p:origin x="2208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230D-8C71-8634-38CA-4BEE9030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32113-C3CB-687B-4F34-D607BB1CC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1A50F-2FAF-7AF6-2C1C-7BB0917EE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B7FD-3497-F65D-B5D7-19896252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68808-8B4A-7668-1FC0-43E94F214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33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A6C7-CADF-A0E8-2286-9BB39AD2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0D31-1F1A-A244-2ADD-7BA863943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3E23-6DE0-1130-CD50-BA5BB09A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3B1BB-9C01-AED8-20E7-79F4BEF5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D2D35-B26F-9653-3199-8D598C0E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96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81B29-A024-1CB5-94DF-51272B849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45E2D-AE7E-2AB5-3E03-96C79663E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02355-34F9-A364-6A85-E93B39695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CF7A2-2555-7E37-1672-6F01834B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4A41-8705-8B8C-B00B-D8754E6A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58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A8E5-1BE5-3E89-FB8C-04C35B29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9E7D6-3B2D-20C8-A102-55DACDB79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19AFA-86A6-DC7E-D810-B9B257231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50777-EF97-F865-DC5F-D72ADA00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89AD5-92BF-9802-D700-067EC51C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9D21A-E1EB-68F6-62D1-C7567F02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24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F6E4-0A14-D522-C450-542E86A0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29D6D-581F-0A78-56F2-7182229FF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30584-19EF-8970-32C7-1EDA6F334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93408-6F29-0346-61E2-1B9AB67CD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74819A-D332-36DE-1BB5-DA23D7A48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BBDEE-5AB4-DAAB-8BC1-12272D86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F23F-D9AB-4107-8CDD-8F0CABEA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46344-7A22-AE58-947F-2B78A5D3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329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9783-19DC-F82F-6F3A-37D8C918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DE9F8-D0EC-13CF-4AF7-0A70DA07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39E93-7777-2819-2100-CCA903C1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0FDD6-D094-7553-0874-A2C15A50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521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5D42A-1404-A44F-D9E5-5CF2A246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478D7E-FCEE-A5F0-F816-62078876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5E3ED-B3BB-6497-1539-E096B70C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13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0589-5FA0-EC23-F84B-96BB3AF0E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D9875-3BFD-7A85-41C7-4EA89E8D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5E6F0-7DF4-60E8-B5DD-41EB91D37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0EE43-38B7-A3A4-9BA2-A664F0B7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B1561-204E-DED3-FD07-193964C0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AAC9C-15A8-86CA-924B-57C3EAA1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92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2CE4-2F84-E5BB-98CA-754B7F85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A96106-ABCC-716C-5E41-38C633492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CCA65-2D9B-1B75-6F8E-63A78C49D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4E805-CA0C-975A-EED6-241B65DE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1DE4C-C054-0CD5-6988-27C321B9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CF617-D8BB-DBC9-4C39-B480F2F7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46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22A3-A437-485C-BA9C-73E3AF2B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9B9B4-0E11-7DEB-FDAA-751904E28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4C7C-6A26-1FEA-7C9A-45841290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86C36-0AF9-7A44-CA7C-118D4CF1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CE27-CC88-5818-3969-85518E5C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72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A3E60-C24D-D7F9-933A-44D71D783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ABA3B-B914-9AB6-FDDD-CC08684D2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29364-842F-D7BC-1AE0-E347AAED4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CCE3F-BD69-CA4A-EB6E-BA376481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11A1D-C8CB-A0FE-38AF-0A1C0D92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60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0EE7-6055-319D-D914-D9DFFF5E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D16B0-56A0-63AE-416B-D02E9C3A2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2A46-9618-EEB1-FAE6-38DAADC9D6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DB1AA-0467-4A42-B22E-638A03DC7FE5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5B338-7E51-2187-D719-126E2B9C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EB18E-A416-1677-1F09-CB465ECF8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C541F-558C-D84F-9ADC-CB2A28452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1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slide" Target="slide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2.xml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image" Target="../media/image2.png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image" Target="../media/image3.png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image" Target="../media/image2.png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slide" Target="slide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slide" Target="slide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20DD7DC2-F837-F18B-E853-AB2FD8572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9794F9-A49E-0039-2CEA-DA0DFE000D10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21309-77E5-AA7B-3F4D-894B8659651E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BCD68-B94E-5D0E-45BF-18BBB857BC0A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AF95D611-FAEB-9848-DC7F-C5FABD5CA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5" y="830093"/>
            <a:ext cx="1721589" cy="16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9DED7BD1-78AE-200B-4745-86CA776EA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91" y="2307239"/>
            <a:ext cx="1695033" cy="166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hlinkClick r:id="rId7" action="ppaction://hlinksldjump"/>
            <a:extLst>
              <a:ext uri="{FF2B5EF4-FFF2-40B4-BE49-F238E27FC236}">
                <a16:creationId xmlns:a16="http://schemas.microsoft.com/office/drawing/2014/main" id="{0F4EAEED-7342-07AC-6716-DDB81500B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11" y="3758370"/>
            <a:ext cx="1516995" cy="160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527EA27-0D32-80A6-D20B-41CFA66D6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387" y="2378160"/>
            <a:ext cx="6130636" cy="563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038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F6AF-50F2-8400-92C7-1ADD31C1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FE04E24A-88F3-CB32-2927-32314893E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D56F979-3C13-F9A3-DDA0-3827C38A6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324" y="1328669"/>
            <a:ext cx="5399195" cy="655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932CB5-BD27-4D14-786C-1935B284CBE7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BBCDF6-7B2D-07DA-3EA0-55B0F426731B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909EC-ADDC-1773-A1B2-8756B0454AC0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ABC23737-D503-6941-BC7D-C7AD25837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5" y="830093"/>
            <a:ext cx="1721589" cy="16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hlinkClick r:id="rId6" action="ppaction://hlinksldjump"/>
            <a:extLst>
              <a:ext uri="{FF2B5EF4-FFF2-40B4-BE49-F238E27FC236}">
                <a16:creationId xmlns:a16="http://schemas.microsoft.com/office/drawing/2014/main" id="{35980A7A-F45C-0200-A012-896C847CE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11" y="3758370"/>
            <a:ext cx="1516995" cy="160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997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05C4-5D47-2720-EE4A-8F528C28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BC4854BA-1F18-6724-2815-263417AD0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D125EC6-E43E-D0CC-36D5-7C9BB36AB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012" y="1932273"/>
            <a:ext cx="5912802" cy="563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D8A835-D64A-0030-5401-9C432DEB2E86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F5BEA8-A945-E9F5-4CD6-FA3AFBE1134E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4557E3-71D3-49D5-32F8-CCB6ED953831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B07B6097-A61F-CD88-BB63-C2E24DF5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91" y="2307239"/>
            <a:ext cx="1695033" cy="166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hlinkClick r:id="rId6" action="ppaction://hlinksldjump"/>
            <a:extLst>
              <a:ext uri="{FF2B5EF4-FFF2-40B4-BE49-F238E27FC236}">
                <a16:creationId xmlns:a16="http://schemas.microsoft.com/office/drawing/2014/main" id="{CCD49BAA-0041-3C28-1D98-A9CF2C811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11" y="3758370"/>
            <a:ext cx="1516995" cy="160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901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5E8B-AE2F-7BF2-BBD9-A7414D41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67F90D4D-B6F8-35C8-2C9C-7815E3BB4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D93475C-C75F-FC18-3A46-69154585A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251" y="1607847"/>
            <a:ext cx="5868755" cy="598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CEF982-CA13-9562-7F05-8C4268A932A6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98585-4281-ECE6-B230-157D7B773E42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AF174D-4009-5412-E634-47453C09C1D7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B0A0541E-2B93-468F-1D58-EE481A76C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5" y="830093"/>
            <a:ext cx="1721589" cy="16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hlinkClick r:id="rId6" action="ppaction://hlinksldjump"/>
            <a:extLst>
              <a:ext uri="{FF2B5EF4-FFF2-40B4-BE49-F238E27FC236}">
                <a16:creationId xmlns:a16="http://schemas.microsoft.com/office/drawing/2014/main" id="{48C18541-99B2-3043-AD8E-C19BB40C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91" y="2307239"/>
            <a:ext cx="1695033" cy="166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471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6D9D-92F8-BB29-ED27-D6E62CC31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4492F38D-7DDD-E88A-CDD5-FAB329E7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165722EB-400D-60DB-7CCC-0652B6AF2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093" y="3862159"/>
            <a:ext cx="2237814" cy="2237814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0EB4AD70-2C46-D0CB-88AE-7CA9C919A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006" y="2099120"/>
            <a:ext cx="6246053" cy="5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5130A3-1515-D42B-FCD7-B56643FAFA35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499735-930A-7646-691D-042E0FA5DE28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A3B58-F3E9-1235-B61F-976040AA27EB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>
            <a:hlinkClick r:id="rId5" action="ppaction://hlinksldjump"/>
            <a:extLst>
              <a:ext uri="{FF2B5EF4-FFF2-40B4-BE49-F238E27FC236}">
                <a16:creationId xmlns:a16="http://schemas.microsoft.com/office/drawing/2014/main" id="{DD2AA5FB-1AF5-E92E-AC46-1013110EB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11" y="3758370"/>
            <a:ext cx="1516995" cy="160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321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 -0.536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876B-C421-1EE7-E49F-09511A39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CAA6F1A6-388D-11BD-6E36-103420D3B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FA86B50-6170-EE63-4F67-37D235B00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749" y="3396815"/>
            <a:ext cx="3168502" cy="316850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E862036-EF4E-FDEF-BD39-D5A705901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14" y="1959261"/>
            <a:ext cx="5953809" cy="564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7ED653-2BD5-294E-5A55-955A985353CB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1F5553-FE22-5CC8-0147-8B52D4F6345C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963DA1-54A1-2CE8-9488-C929C1AD8E62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hlinkClick r:id="rId5" action="ppaction://hlinksldjump"/>
            <a:extLst>
              <a:ext uri="{FF2B5EF4-FFF2-40B4-BE49-F238E27FC236}">
                <a16:creationId xmlns:a16="http://schemas.microsoft.com/office/drawing/2014/main" id="{593914C1-9972-691B-6D29-02DE8CD89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5" y="830093"/>
            <a:ext cx="1721589" cy="16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693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 -0.54954 " pathEditMode="relative" ptsTypes="AA">
                                      <p:cBhvr>
                                        <p:cTn id="6" dur="2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478AA-6E5E-2019-DECC-A35B3424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E87B6A02-2647-CCE7-5950-F999661C5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D35020D-A718-E669-08A1-E431BB070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714" y="3583591"/>
            <a:ext cx="2627712" cy="2627712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01AE197D-B914-6853-4B9E-C7C060D88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18" y="2242875"/>
            <a:ext cx="6578905" cy="6017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C6EA56-3615-46B6-6FC9-F65FE0EAAF5A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B04399-DA25-B8FD-A526-5740516C5FDF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07C94-4ED5-ECA1-5F48-F72AA2C8EBDF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8A0C885C-31F6-7FA1-2C1D-FA5A31EB3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91" y="2307239"/>
            <a:ext cx="1695033" cy="166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694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04 0.01227 L 0.00404 -0.52801 " pathEditMode="relative" ptsTypes="AA">
                                      <p:cBhvr>
                                        <p:cTn id="6" dur="2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C94A-CC51-E8E8-2092-94B003CA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artoon laboratory room illustration | Free Vector">
            <a:extLst>
              <a:ext uri="{FF2B5EF4-FFF2-40B4-BE49-F238E27FC236}">
                <a16:creationId xmlns:a16="http://schemas.microsoft.com/office/drawing/2014/main" id="{7911E170-A1F9-38E0-D12C-8438D6F0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16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FBB75855-F36A-99B5-03EB-CB0E5CE57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768" y="3429000"/>
            <a:ext cx="2834463" cy="283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7B6F5FF-91CD-4623-E698-A0F48D5F9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387" y="2378160"/>
            <a:ext cx="6130636" cy="5634968"/>
          </a:xfrm>
          <a:prstGeom prst="rect">
            <a:avLst/>
          </a:prstGeom>
          <a:noFill/>
          <a:effectLst>
            <a:glow rad="1528313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8ACA0F-A73A-D775-0B0E-E6951BCB7C1C}"/>
              </a:ext>
            </a:extLst>
          </p:cNvPr>
          <p:cNvSpPr/>
          <p:nvPr/>
        </p:nvSpPr>
        <p:spPr>
          <a:xfrm>
            <a:off x="0" y="218611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777B3-FD4E-79F8-1B75-6B7993C14F62}"/>
              </a:ext>
            </a:extLst>
          </p:cNvPr>
          <p:cNvSpPr/>
          <p:nvPr/>
        </p:nvSpPr>
        <p:spPr>
          <a:xfrm>
            <a:off x="0" y="3583591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820707-7819-DCE6-C86D-058474A43E7C}"/>
              </a:ext>
            </a:extLst>
          </p:cNvPr>
          <p:cNvSpPr/>
          <p:nvPr/>
        </p:nvSpPr>
        <p:spPr>
          <a:xfrm>
            <a:off x="-1" y="4981066"/>
            <a:ext cx="2174789" cy="384089"/>
          </a:xfrm>
          <a:prstGeom prst="rect">
            <a:avLst/>
          </a:prstGeom>
          <a:solidFill>
            <a:srgbClr val="5E2E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58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254 L 0 -0.52037 " pathEditMode="relative" ptsTypes="AA">
                                      <p:cBhvr>
                                        <p:cTn id="6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Miru H</dc:creator>
  <cp:lastModifiedBy>Miru H</cp:lastModifiedBy>
  <cp:revision>2</cp:revision>
  <dcterms:created xsi:type="dcterms:W3CDTF">2026-01-09T09:10:11Z</dcterms:created>
  <dcterms:modified xsi:type="dcterms:W3CDTF">2026-01-09T10:36:50Z</dcterms:modified>
</cp:coreProperties>
</file>