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4"/>
    <p:restoredTop sz="94638"/>
  </p:normalViewPr>
  <p:slideViewPr>
    <p:cSldViewPr snapToGrid="0">
      <p:cViewPr varScale="1">
        <p:scale>
          <a:sx n="113" d="100"/>
          <a:sy n="113" d="100"/>
        </p:scale>
        <p:origin x="176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1DAAB-44F9-1E68-ACEB-7A04C6CBA4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0BB5A1-C785-F7D9-51DA-F725F4CC03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5E46C-059F-9AEF-D290-B0A30B4F8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9E353-3705-F24D-BB40-70A9E4A2E201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D77F3-6041-AE59-8DD9-1C3F5E281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7B8BA-0291-4DFB-044C-908C637A2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96682-AFA6-A74D-85B2-CA8671B2D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687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B3AF0-C4C1-C280-5F6F-8E4760A22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FCB68-CB5D-8D24-EFA0-228A54349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1B845-44C3-853C-015A-CDFFA1183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9E353-3705-F24D-BB40-70A9E4A2E201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C1B87-3CBF-9604-A938-BCB866AB4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24978-E04D-47F6-647C-5498E640B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96682-AFA6-A74D-85B2-CA8671B2D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2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35A99-4E50-0C21-68EF-80B3E6EF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E1939-35C8-92D6-73C9-FF121B3BD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54AEE-AE30-78EE-8A35-DA16C783B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9E353-3705-F24D-BB40-70A9E4A2E201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FB07-0AD3-9B53-B52D-DE789945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EC939-5E47-903B-D9A0-826D7E6AE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96682-AFA6-A74D-85B2-CA8671B2D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081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E49D0-7DB2-B311-2D78-7F985B7D2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0B1E7-867F-FCA8-A324-932A2E652C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6BDA5-4E6E-AD73-EF01-13E241F29A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8978A1-DEBD-BD96-296F-AE3BF1688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9E353-3705-F24D-BB40-70A9E4A2E201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F203B-CAC8-710B-C262-667AB31CF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DD50F-B48E-8C05-0851-BF1B44580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96682-AFA6-A74D-85B2-CA8671B2D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732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FB3B0-262F-3EBD-09AC-45DC558D8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F8070-6017-8C97-E92A-C2AFBECC9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3A30FC-F016-63F6-996F-C0D705B7D0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36E05B-F2C2-6402-E911-828F9E60B7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DC2DAB-D87D-892A-851E-1937856357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D04EBA-312D-7D75-DED3-AE26F4A88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9E353-3705-F24D-BB40-70A9E4A2E201}" type="datetimeFigureOut">
              <a:rPr lang="en-US" smtClean="0"/>
              <a:t>1/9/26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46519F-93EB-FC3D-6512-71528EE26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7A4DDC-E3CC-4FE6-E2BF-F7EB1EEA7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96682-AFA6-A74D-85B2-CA8671B2D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401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C874A-23DE-0C72-90C5-C7656D9CC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4EE81A-87E3-22B4-0B62-5313937B4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9E353-3705-F24D-BB40-70A9E4A2E201}" type="datetimeFigureOut">
              <a:rPr lang="en-US" smtClean="0"/>
              <a:t>1/9/26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9D113-37CC-3003-2F4E-0B5884A0A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6511CD-A0EF-CD1A-15CF-F1340E5A0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96682-AFA6-A74D-85B2-CA8671B2D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373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A14A65-E050-F21B-DC54-C4AA26817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9E353-3705-F24D-BB40-70A9E4A2E201}" type="datetimeFigureOut">
              <a:rPr lang="en-US" smtClean="0"/>
              <a:t>1/9/26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01C95C-CABB-1EC2-8F53-BC69213B7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71D2E-7131-1AF4-FA55-A20F6E7D7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96682-AFA6-A74D-85B2-CA8671B2D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806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D29A3-7DA4-00EB-6BAC-A7F1B671E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F3726-5E93-8545-D09F-4FD80A8E7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BA31EE-8EEB-99A0-DBAB-25E7F0521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D1C17-177F-1BC8-CC3E-3A397FB7E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9E353-3705-F24D-BB40-70A9E4A2E201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BB4282-5733-040B-CAB3-AD9CC171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A8A5D-94FD-CCC0-1808-F91F92591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96682-AFA6-A74D-85B2-CA8671B2D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351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31D73-EBF7-5EF3-7DAF-7AFCEF95E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04E29F-B509-5027-12E3-185649E01B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252E58-0AD1-F802-E332-557EF7C2F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A9CDC-6692-C88A-9259-4D68395DE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9E353-3705-F24D-BB40-70A9E4A2E201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F1F57-CE5E-41A5-CC0A-58CAD3F69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3BB045-5511-AF6D-677F-0BAD99929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96682-AFA6-A74D-85B2-CA8671B2D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810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0BEF6-EBD8-FDF8-6262-A2C53283B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F86C0-5D1F-8E3E-59B6-6573A5614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AC8D6-972C-7C07-4098-EFE9F345E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9E353-3705-F24D-BB40-70A9E4A2E201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D3CC0-3595-C21D-806A-D0FCEE857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3D08C-68D5-6601-8341-23BB4A3F9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96682-AFA6-A74D-85B2-CA8671B2D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062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A73E4B-8336-4EE3-5540-4BE5830F17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6A7F0-BF29-6074-6B58-B5C410F00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EA8D5-034B-C903-0A0D-5ABB23F73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9E353-3705-F24D-BB40-70A9E4A2E201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143B4-8A37-F094-1C38-85191E87A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2CA46-736C-A72D-2D59-015287864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96682-AFA6-A74D-85B2-CA8671B2D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15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5CA8C9-95D4-1489-2531-FA8058A54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33485-A3E2-2E8C-01A9-788525F9F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99018-471E-80C2-DB96-30584197DC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19E353-3705-F24D-BB40-70A9E4A2E201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6F140-40B6-A418-90FA-F2B3276962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15286-F706-C07B-EBBC-C552FC8190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696682-AFA6-A74D-85B2-CA8671B2D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6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5" Type="http://schemas.openxmlformats.org/officeDocument/2006/relationships/image" Target="../media/image2.png"/><Relationship Id="rId4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F6952-B241-E014-D7EA-D9FB67587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67206"/>
            <a:ext cx="9144000" cy="2387600"/>
          </a:xfrm>
        </p:spPr>
        <p:txBody>
          <a:bodyPr/>
          <a:lstStyle/>
          <a:p>
            <a:r>
              <a:rPr lang="en-US" dirty="0" err="1"/>
              <a:t>Materiale</a:t>
            </a:r>
            <a:r>
              <a:rPr lang="en-US" dirty="0"/>
              <a:t> </a:t>
            </a:r>
            <a:r>
              <a:rPr lang="en-US" dirty="0" err="1"/>
              <a:t>necesare</a:t>
            </a:r>
            <a:br>
              <a:rPr lang="en-US" dirty="0"/>
            </a:br>
            <a:r>
              <a:rPr lang="en-US" dirty="0" err="1"/>
              <a:t>Alchimistul</a:t>
            </a:r>
            <a:r>
              <a:rPr lang="en-US" dirty="0"/>
              <a:t> Digital</a:t>
            </a:r>
          </a:p>
        </p:txBody>
      </p:sp>
    </p:spTree>
    <p:extLst>
      <p:ext uri="{BB962C8B-B14F-4D97-AF65-F5344CB8AC3E}">
        <p14:creationId xmlns:p14="http://schemas.microsoft.com/office/powerpoint/2010/main" val="1612919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1FCFC9C3-3D3F-F2A2-917D-850E3541B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15" y="830093"/>
            <a:ext cx="1721589" cy="16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>
            <a:hlinkClick r:id="rId4" action="ppaction://hlinksldjump"/>
            <a:extLst>
              <a:ext uri="{FF2B5EF4-FFF2-40B4-BE49-F238E27FC236}">
                <a16:creationId xmlns:a16="http://schemas.microsoft.com/office/drawing/2014/main" id="{B25D0737-EBA1-27EC-2436-5C50CD7E04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91" y="2307239"/>
            <a:ext cx="1695033" cy="1660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>
            <a:hlinkClick r:id="rId6" action="ppaction://hlinksldjump"/>
            <a:extLst>
              <a:ext uri="{FF2B5EF4-FFF2-40B4-BE49-F238E27FC236}">
                <a16:creationId xmlns:a16="http://schemas.microsoft.com/office/drawing/2014/main" id="{E3B85577-FBEB-05AC-370F-C0C35719B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11" y="3758370"/>
            <a:ext cx="1516995" cy="1606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9394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CC2D0-2052-2D27-C0C1-CA3A90132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Cartoon laboratory room illustration | Free Vector">
            <a:extLst>
              <a:ext uri="{FF2B5EF4-FFF2-40B4-BE49-F238E27FC236}">
                <a16:creationId xmlns:a16="http://schemas.microsoft.com/office/drawing/2014/main" id="{16A2D4DA-0F48-BB77-ECAD-7F274FB36F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7167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5714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>
            <a:extLst>
              <a:ext uri="{FF2B5EF4-FFF2-40B4-BE49-F238E27FC236}">
                <a16:creationId xmlns:a16="http://schemas.microsoft.com/office/drawing/2014/main" id="{F77E2012-E2A3-DA5B-FA3E-B6FB22363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387" y="2378160"/>
            <a:ext cx="6130636" cy="563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6530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35052-FBAD-7C02-A87E-A526A83CC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24A98869-CFD6-CBA2-704C-A111577C5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324" y="1328669"/>
            <a:ext cx="5399195" cy="6555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9702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0347C-5599-A700-F96F-3E74329F4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DBEE0D-AC96-3693-BF10-FE797EA3E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2012" y="1932273"/>
            <a:ext cx="5912802" cy="563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0447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BA619-00EF-579E-053D-CF9AAEE9A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84F90B9-7804-91E4-C27E-72D013DDB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1251" y="1607847"/>
            <a:ext cx="5868755" cy="598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538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9D843-7B25-B03E-D040-6D96F5BF2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2A61EDA-0526-4AF7-0340-4310BB39A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6006" y="2099120"/>
            <a:ext cx="6246053" cy="541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586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D1759-E87D-58E3-FF32-D8800391B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90310DD-91E1-2356-4B3A-12C7959BB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3214" y="1959261"/>
            <a:ext cx="5953809" cy="564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117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3CDA0-8A74-C6E3-8357-89C393730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CEFBF1-216D-FD23-3DD7-69CD83DBB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8118" y="2242875"/>
            <a:ext cx="6578905" cy="6017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4286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A03FDE81-A1C3-717B-71A7-AFC448520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093" y="3862159"/>
            <a:ext cx="2237814" cy="2237814"/>
          </a:xfrm>
          <a:prstGeom prst="rect">
            <a:avLst/>
          </a:prstGeom>
          <a:noFill/>
          <a:effectLst>
            <a:glow rad="139700">
              <a:schemeClr val="accent5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833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59259E-6 L 0 -0.5363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5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C71BB-6756-4385-2A88-DB7B1E696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DAD939D1-DF44-C662-B2E6-05EE7D9A5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749" y="3396815"/>
            <a:ext cx="3168502" cy="3168502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5425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 -0.54954 " pathEditMode="relative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A5E15-ECF8-2B5B-2F78-4E4DFDFAE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C52CE2CC-3000-ADEF-9790-1DBFF8D95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3714" y="3583591"/>
            <a:ext cx="2627712" cy="2627712"/>
          </a:xfrm>
          <a:prstGeom prst="rect">
            <a:avLst/>
          </a:prstGeom>
          <a:noFill/>
          <a:effectLst>
            <a:glow rad="228600">
              <a:schemeClr val="accent4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689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04 0.01227 L 0.00404 -0.52801 " pathEditMode="relative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4E589-A9E3-C909-A400-B21775737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B3D90D3-AAED-CD41-D5F3-3662172DB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768" y="3429000"/>
            <a:ext cx="2834463" cy="2834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664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0254 L 0 -0.52037 " pathEditMode="relative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</Words>
  <Application>Microsoft Macintosh PowerPoint</Application>
  <PresentationFormat>Widescreen</PresentationFormat>
  <Paragraphs>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Materiale necesare Alchimistul Digital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Miru H</dc:creator>
  <cp:lastModifiedBy>Miru H</cp:lastModifiedBy>
  <cp:revision>3</cp:revision>
  <dcterms:created xsi:type="dcterms:W3CDTF">2026-01-09T10:28:53Z</dcterms:created>
  <dcterms:modified xsi:type="dcterms:W3CDTF">2026-01-09T10:36:56Z</dcterms:modified>
</cp:coreProperties>
</file>