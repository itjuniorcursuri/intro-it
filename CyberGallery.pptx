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1C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1" d="100"/>
          <a:sy n="111" d="100"/>
        </p:scale>
        <p:origin x="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75BA-845A-D533-CC93-E852CBFD9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78953-AAAE-7869-0A1F-FA2D97944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E4D2-A614-1D46-80CF-37466DD6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648C8-3C6D-135A-B38E-DCBF5023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1B452-5783-D51D-D915-548EB532D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8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0761-9F98-8F19-DEB5-BC6B165D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ACFB-1D6C-8560-575C-EB61938A0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05B14-DD99-FE7A-0E39-E16B96F4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73142-56B3-C649-9685-D0425A7B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8C9DA-20A0-B32C-7446-4ADED4C0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41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5633-D3BA-4F8C-80FB-D7C5D540B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0F855-B095-E5B9-3832-EFF3D146E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1FB9-2E6A-9E81-D15F-BF708AB3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C5B36-C73E-61BB-FD91-77EEF695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BAD4-E10E-DB15-24B9-898ECCEF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76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F31F-4B62-4FD7-A6A4-AA75AE86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8D1D-F534-E7F2-C434-655F0503C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66797-260D-8D53-2B49-01AAA39D4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76E20-9499-E4FE-94AC-1A6EB06D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697B0-56C1-5F66-EF0F-D973B4B0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21763-AFCE-DE0C-C15A-41BCF66E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04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6EB8-D088-5E71-B518-E090534A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4C202-372D-95D4-E092-FF3742EC5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8F581-A5ED-BA7A-5D41-046C1A3AF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4E80E-1396-D7C0-1CD8-C4A5E78D9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E8C4A-315C-99BB-830B-1817142BA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C714B-1884-2621-8DF7-B7DDC87C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BA215-214F-19C0-1498-47F7E518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6E37C-973F-8A56-B1F3-5D93F91F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37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4A7B8-1C07-E63A-B4A7-2FBEDB2A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CD4B9-4BE7-4532-BEB9-8744C2984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EFB3E-B674-5586-975C-4E216389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C393B-B0EC-8754-6A87-11E295CD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65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D10F5-1553-5563-D127-7359FC3F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C52E2-3228-24EC-B875-097E590C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A769-7457-6BC0-259F-E01837B7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39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82FB-A6BB-7C05-1365-3ECECD7C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BE907-9026-0D49-502B-9A0678196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5D5E7-C97C-0BA2-CFF6-81F7AA99B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6F5FD-F379-A5A0-1239-45FA14CC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45387-10B7-D137-3E6E-7F4B50C3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0B736-01F6-385F-E099-5AE1A2FE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2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7EA8-3BEB-E689-88B4-E77EB7F2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D948D-2445-9158-9F93-8F2814012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47FA1-D9F0-CB95-B1A5-A8A1661A3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39573-E0EE-0961-85B0-BB5341C5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CD063-7206-5DFF-AB62-ABF64EED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6B38-D00F-166D-690B-58DE3960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56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F935-E453-996E-BA90-1A72E3E9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B821-939A-A982-5EC1-A8808EDC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ACDC7-D4D7-853C-C3CD-04A6543C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16BC-2DE3-6745-D96A-6B244D3E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2FC90-D433-20E9-683F-3618B2472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1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B0C3F-81B5-80E0-A30E-97FFA149D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D442E-046C-3FD7-213A-C9D4E8CE7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B29BA-3267-B781-DD76-9143BD32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C393B-5B2A-3A54-4FF2-D51D05DE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8468D-C65C-8353-96F1-10E61B10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8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99E88-148C-4A26-BDDA-80AB5956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4057-D903-1DDB-CBD5-A3CE5FA8A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F29B5-CDAD-1082-0053-216008921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AE9EA-7F0C-6E4C-AE0B-7C1F99E611E1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DE2A-5730-FCE1-4E1B-FA6B28015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E464-53AA-4202-2F06-56DA9C6E0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58B55-9AC3-E343-9461-286C508B0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6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image" Target="../media/image5.jpeg"/><Relationship Id="rId5" Type="http://schemas.openxmlformats.org/officeDocument/2006/relationships/image" Target="../media/image2.jpeg"/><Relationship Id="rId10" Type="http://schemas.openxmlformats.org/officeDocument/2006/relationships/slide" Target="slide5.xml"/><Relationship Id="rId4" Type="http://schemas.openxmlformats.org/officeDocument/2006/relationships/slide" Target="slide3.xm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B2EC47-1D30-8A83-EB84-3EF21E9CCD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5BB8E-C155-4749-CB8C-F4210E3030C3}"/>
              </a:ext>
            </a:extLst>
          </p:cNvPr>
          <p:cNvSpPr/>
          <p:nvPr/>
        </p:nvSpPr>
        <p:spPr>
          <a:xfrm>
            <a:off x="3163187" y="0"/>
            <a:ext cx="5830186" cy="55023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2DFDC6D1-8DC7-3D27-770F-0A3FCADAE026}"/>
              </a:ext>
            </a:extLst>
          </p:cNvPr>
          <p:cNvSpPr/>
          <p:nvPr/>
        </p:nvSpPr>
        <p:spPr>
          <a:xfrm rot="5400000" flipH="1">
            <a:off x="-3006357" y="1741082"/>
            <a:ext cx="7910626" cy="4428462"/>
          </a:xfrm>
          <a:prstGeom prst="cube">
            <a:avLst>
              <a:gd name="adj" fmla="val 5453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5CCDC95A-C41E-467E-4C6B-663B0654E921}"/>
              </a:ext>
            </a:extLst>
          </p:cNvPr>
          <p:cNvSpPr/>
          <p:nvPr/>
        </p:nvSpPr>
        <p:spPr>
          <a:xfrm rot="16200000">
            <a:off x="7252289" y="1741084"/>
            <a:ext cx="7910629" cy="4428462"/>
          </a:xfrm>
          <a:prstGeom prst="cube">
            <a:avLst>
              <a:gd name="adj" fmla="val 5453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op 23 picturi celebre care au impresionat lumea">
            <a:hlinkClick r:id="rId2" action="ppaction://hlinksldjump"/>
            <a:extLst>
              <a:ext uri="{FF2B5EF4-FFF2-40B4-BE49-F238E27FC236}">
                <a16:creationId xmlns:a16="http://schemas.microsoft.com/office/drawing/2014/main" id="{F448F575-123D-07FF-C413-18A627C27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38" y="2150769"/>
            <a:ext cx="2231593" cy="1768571"/>
          </a:xfrm>
          <a:prstGeom prst="rect">
            <a:avLst/>
          </a:prstGeom>
          <a:noFill/>
          <a:scene3d>
            <a:camera prst="isometricOffAxis2Righ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 23 picturi celebre care au impresionat lumea">
            <a:hlinkClick r:id="rId4" action="ppaction://hlinksldjump"/>
            <a:extLst>
              <a:ext uri="{FF2B5EF4-FFF2-40B4-BE49-F238E27FC236}">
                <a16:creationId xmlns:a16="http://schemas.microsoft.com/office/drawing/2014/main" id="{6821F93C-D5EF-B7A3-EAED-FD6EF3F05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69" y="4327450"/>
            <a:ext cx="1538449" cy="1939901"/>
          </a:xfrm>
          <a:prstGeom prst="rect">
            <a:avLst/>
          </a:prstGeom>
          <a:noFill/>
          <a:scene3d>
            <a:camera prst="isometricOffAxis2Righ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p 23 picturi celebre care au impresionat lumea">
            <a:hlinkClick r:id="rId6" action="ppaction://hlinksldjump"/>
            <a:extLst>
              <a:ext uri="{FF2B5EF4-FFF2-40B4-BE49-F238E27FC236}">
                <a16:creationId xmlns:a16="http://schemas.microsoft.com/office/drawing/2014/main" id="{86568B14-973D-32F6-65CE-549F59944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65" y="2208294"/>
            <a:ext cx="4602163" cy="3494037"/>
          </a:xfrm>
          <a:prstGeom prst="rect">
            <a:avLst/>
          </a:prstGeom>
          <a:noFill/>
          <a:scene3d>
            <a:camera prst="isometricOffAxis1Lef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p 23 picturi celebre care au impresionat lumea - Office Direct">
            <a:hlinkClick r:id="rId8" action="ppaction://hlinksldjump"/>
            <a:extLst>
              <a:ext uri="{FF2B5EF4-FFF2-40B4-BE49-F238E27FC236}">
                <a16:creationId xmlns:a16="http://schemas.microsoft.com/office/drawing/2014/main" id="{32738172-5B5F-E02E-A19D-6B628E800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093" y="2915249"/>
            <a:ext cx="2311843" cy="17311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op 23 picturi celebre care au impresionat lumea - Office Direct">
            <a:hlinkClick r:id="rId10" action="ppaction://hlinksldjump"/>
            <a:extLst>
              <a:ext uri="{FF2B5EF4-FFF2-40B4-BE49-F238E27FC236}">
                <a16:creationId xmlns:a16="http://schemas.microsoft.com/office/drawing/2014/main" id="{08BBE54C-7878-6006-3197-027AED8EE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625" y="568964"/>
            <a:ext cx="2444640" cy="177732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be 12">
            <a:extLst>
              <a:ext uri="{FF2B5EF4-FFF2-40B4-BE49-F238E27FC236}">
                <a16:creationId xmlns:a16="http://schemas.microsoft.com/office/drawing/2014/main" id="{2ECC15A0-77CF-F1B1-103E-BC83156BC3F7}"/>
              </a:ext>
            </a:extLst>
          </p:cNvPr>
          <p:cNvSpPr/>
          <p:nvPr/>
        </p:nvSpPr>
        <p:spPr>
          <a:xfrm>
            <a:off x="4828214" y="5896594"/>
            <a:ext cx="2500131" cy="567159"/>
          </a:xfrm>
          <a:prstGeom prst="cube">
            <a:avLst/>
          </a:prstGeom>
          <a:solidFill>
            <a:srgbClr val="3B1C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93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op 23 picturi celebre care au impresionat lumea">
            <a:extLst>
              <a:ext uri="{FF2B5EF4-FFF2-40B4-BE49-F238E27FC236}">
                <a16:creationId xmlns:a16="http://schemas.microsoft.com/office/drawing/2014/main" id="{0D3951FC-B3DD-416E-8A2B-12A7508B4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311" y="1556107"/>
            <a:ext cx="4726453" cy="374578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eft Arrow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EEBD53-7DA5-3DD2-2343-D2D318FFE842}"/>
              </a:ext>
            </a:extLst>
          </p:cNvPr>
          <p:cNvSpPr/>
          <p:nvPr/>
        </p:nvSpPr>
        <p:spPr>
          <a:xfrm>
            <a:off x="178259" y="5962918"/>
            <a:ext cx="1314875" cy="7791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Înapoi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3CF21-497D-8EDB-C83F-A592105ADFD0}"/>
              </a:ext>
            </a:extLst>
          </p:cNvPr>
          <p:cNvSpPr txBox="1"/>
          <p:nvPr/>
        </p:nvSpPr>
        <p:spPr>
          <a:xfrm>
            <a:off x="6096000" y="1925439"/>
            <a:ext cx="49886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Continuam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 cu Vincent van Gogh, de data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capodopera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peisagistica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factura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postimpresionista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1889.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dezvaluie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indraznet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inovativ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care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s-a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remarcat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Abia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moartea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tragica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Noapte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instelata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putut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apreciata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adevarata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valoare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Gogh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privelistea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care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fereastra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aflat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Saint-Remy,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bolilor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mintale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care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suferea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Culorile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atmosfera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visatoare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melancolica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detalii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centrale ale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frumoase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Muzeul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Arta Moderna din New York City.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EE58C-90D5-AA65-CCA8-5EDBFBCF62BF}"/>
              </a:ext>
            </a:extLst>
          </p:cNvPr>
          <p:cNvSpPr txBox="1"/>
          <p:nvPr/>
        </p:nvSpPr>
        <p:spPr>
          <a:xfrm>
            <a:off x="6096000" y="1556107"/>
            <a:ext cx="354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Noapte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instelata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Vincent van Gogh</a:t>
            </a:r>
          </a:p>
        </p:txBody>
      </p:sp>
    </p:spTree>
    <p:extLst>
      <p:ext uri="{BB962C8B-B14F-4D97-AF65-F5344CB8AC3E}">
        <p14:creationId xmlns:p14="http://schemas.microsoft.com/office/powerpoint/2010/main" val="3254122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C5DEC-38E2-49D3-087E-F24FEBF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op 23 picturi celebre care au impresionat lumea">
            <a:extLst>
              <a:ext uri="{FF2B5EF4-FFF2-40B4-BE49-F238E27FC236}">
                <a16:creationId xmlns:a16="http://schemas.microsoft.com/office/drawing/2014/main" id="{8C5AA2FA-0B40-6F2A-CBCE-A44DC2F89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563" y="1269000"/>
            <a:ext cx="3425999" cy="4319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Left Arrow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8509ABC-F4DC-C172-4B95-381036FFA0BC}"/>
              </a:ext>
            </a:extLst>
          </p:cNvPr>
          <p:cNvSpPr/>
          <p:nvPr/>
        </p:nvSpPr>
        <p:spPr>
          <a:xfrm>
            <a:off x="178259" y="5962918"/>
            <a:ext cx="1314875" cy="7791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Înapoi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E7C43-2072-7EA0-83F3-D5D9190C4766}"/>
              </a:ext>
            </a:extLst>
          </p:cNvPr>
          <p:cNvSpPr txBox="1"/>
          <p:nvPr/>
        </p:nvSpPr>
        <p:spPr>
          <a:xfrm>
            <a:off x="6096000" y="1920016"/>
            <a:ext cx="49886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Vincent van Gogh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asociat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soarelui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cum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afirmat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„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soarelui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apartine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 Van Gogh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soarelui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apreciata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ramane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15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dateaza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1888.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ales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neerlandez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urechea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-un moment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nebunie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picteze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randuri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soarelui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viziunea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postimpresionista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acestuia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galbenul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inseamna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prietenie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speranta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petalele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duce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gandul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eleganta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sensibilitate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Galeria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Arta din Londra.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0E1F6-FDE5-D6A0-E3F1-55B673108587}"/>
              </a:ext>
            </a:extLst>
          </p:cNvPr>
          <p:cNvSpPr txBox="1"/>
          <p:nvPr/>
        </p:nvSpPr>
        <p:spPr>
          <a:xfrm>
            <a:off x="6096000" y="1550684"/>
            <a:ext cx="353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Floarea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soarelui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Vincent van Gogh</a:t>
            </a:r>
          </a:p>
        </p:txBody>
      </p:sp>
    </p:spTree>
    <p:extLst>
      <p:ext uri="{BB962C8B-B14F-4D97-AF65-F5344CB8AC3E}">
        <p14:creationId xmlns:p14="http://schemas.microsoft.com/office/powerpoint/2010/main" val="2842804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8D786-7281-B9E0-DB15-A1F21A6B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op 23 picturi celebre care au impresionat lumea - Office Direct">
            <a:extLst>
              <a:ext uri="{FF2B5EF4-FFF2-40B4-BE49-F238E27FC236}">
                <a16:creationId xmlns:a16="http://schemas.microsoft.com/office/drawing/2014/main" id="{F0871BB0-35F5-40DA-28AB-0DF7F8B46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385" y="1633565"/>
            <a:ext cx="4795307" cy="359086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Left Arrow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B8B8C3B-3CC4-6333-8EDC-AC9F53EA505D}"/>
              </a:ext>
            </a:extLst>
          </p:cNvPr>
          <p:cNvSpPr/>
          <p:nvPr/>
        </p:nvSpPr>
        <p:spPr>
          <a:xfrm>
            <a:off x="178259" y="5962918"/>
            <a:ext cx="1314875" cy="7791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Înapoi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40680-3FB9-72D6-F7A8-27D63A05EC56}"/>
              </a:ext>
            </a:extLst>
          </p:cNvPr>
          <p:cNvSpPr txBox="1"/>
          <p:nvPr/>
        </p:nvSpPr>
        <p:spPr>
          <a:xfrm>
            <a:off x="6070926" y="2115891"/>
            <a:ext cx="49886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Macii, ca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altfel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nuferii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Claude Monet motive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puternice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care l-au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ales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utilizeze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devenite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expresivitatea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lor. El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adorat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intotdeauna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picteze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liber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peisajele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care 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Monet nu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reprezentant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impresionismului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chiar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parintele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artistic.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salbatici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1873,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frumusete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Peisajul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surprins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apropierea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casei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Monet din Argenteuil. In pictura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regasim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sotia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acestuia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Camille,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alaturi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lor, Jean.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desavarsi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francez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pereche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personaje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mama-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aflati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coama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Muzeul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Orsay din Paris.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6A25A-3396-EF30-94B9-71579F0840C7}"/>
              </a:ext>
            </a:extLst>
          </p:cNvPr>
          <p:cNvSpPr txBox="1"/>
          <p:nvPr/>
        </p:nvSpPr>
        <p:spPr>
          <a:xfrm>
            <a:off x="6070926" y="1746559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salbatici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Claude Monet</a:t>
            </a:r>
          </a:p>
        </p:txBody>
      </p:sp>
    </p:spTree>
    <p:extLst>
      <p:ext uri="{BB962C8B-B14F-4D97-AF65-F5344CB8AC3E}">
        <p14:creationId xmlns:p14="http://schemas.microsoft.com/office/powerpoint/2010/main" val="1010898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E5689-9618-6D6E-2548-26E11E86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Top 23 picturi celebre care au impresionat lumea - Office Direct">
            <a:extLst>
              <a:ext uri="{FF2B5EF4-FFF2-40B4-BE49-F238E27FC236}">
                <a16:creationId xmlns:a16="http://schemas.microsoft.com/office/drawing/2014/main" id="{AE5AD814-5D2D-FBC3-1401-1F9DEB9F4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97" y="1456809"/>
            <a:ext cx="5425350" cy="394438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Left Arrow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08D189C-3AAD-4B6E-1857-FB9B1C4BB344}"/>
              </a:ext>
            </a:extLst>
          </p:cNvPr>
          <p:cNvSpPr/>
          <p:nvPr/>
        </p:nvSpPr>
        <p:spPr>
          <a:xfrm>
            <a:off x="178259" y="5962918"/>
            <a:ext cx="1314875" cy="7791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Înapoi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A9ED6-6E73-20BA-A3E2-B70EAD0D6D20}"/>
              </a:ext>
            </a:extLst>
          </p:cNvPr>
          <p:cNvSpPr txBox="1"/>
          <p:nvPr/>
        </p:nvSpPr>
        <p:spPr>
          <a:xfrm>
            <a:off x="6686308" y="2116785"/>
            <a:ext cx="49886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Picturile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Salvador Dali sunt o enigma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Asa se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intampla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catalan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Salvador Dali,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reprezentat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exponential al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suprarealismului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1931,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memoriei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Ceasurile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(cum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denumesc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spaniolii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adevarata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capodopera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suprarealista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uleiului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dezvaluie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natura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la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propria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paranoico-critica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Dali.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Elementele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pictura sunt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asezate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spontan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irational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peisaj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abstract,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sugerand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inconstientei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trecerea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inteles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moarte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Muzeul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Arta Moderna din New York City.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2E342-A651-8CAE-58BC-485E0AE5D9D4}"/>
              </a:ext>
            </a:extLst>
          </p:cNvPr>
          <p:cNvSpPr txBox="1"/>
          <p:nvPr/>
        </p:nvSpPr>
        <p:spPr>
          <a:xfrm>
            <a:off x="6686308" y="1747453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memoriei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Salvador Dali</a:t>
            </a:r>
          </a:p>
        </p:txBody>
      </p:sp>
    </p:spTree>
    <p:extLst>
      <p:ext uri="{BB962C8B-B14F-4D97-AF65-F5344CB8AC3E}">
        <p14:creationId xmlns:p14="http://schemas.microsoft.com/office/powerpoint/2010/main" val="220458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155D2-4D6C-80A3-368F-26F1F481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Top 23 picturi celebre care au impresionat lumea">
            <a:extLst>
              <a:ext uri="{FF2B5EF4-FFF2-40B4-BE49-F238E27FC236}">
                <a16:creationId xmlns:a16="http://schemas.microsoft.com/office/drawing/2014/main" id="{9FE0374B-D050-C8B5-6C4E-AEE5F79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87" y="1042363"/>
            <a:ext cx="4602163" cy="477327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Left Arrow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01ACAAB-42B0-6337-76C0-451F05DDA6B8}"/>
              </a:ext>
            </a:extLst>
          </p:cNvPr>
          <p:cNvSpPr/>
          <p:nvPr/>
        </p:nvSpPr>
        <p:spPr>
          <a:xfrm>
            <a:off x="178259" y="5962918"/>
            <a:ext cx="1314875" cy="7791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Înapoi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6412F-09E0-1BE7-E479-EAC6CAACBC17}"/>
              </a:ext>
            </a:extLst>
          </p:cNvPr>
          <p:cNvSpPr txBox="1"/>
          <p:nvPr/>
        </p:nvSpPr>
        <p:spPr>
          <a:xfrm>
            <a:off x="6096000" y="2707094"/>
            <a:ext cx="49886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Cunoscuta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Gioconda,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italian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Leonardo da Vinci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1503-1519,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putin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inainte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moara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Desi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avut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schite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atentia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indreptat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faimoasa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tablou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reprezentata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Lisa del Giocondo,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sotia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negustor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Florenta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Portretul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renascentist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Liniile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suave ale Mona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contrasteaza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liniile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peisajului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muntos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regasit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fundalul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picturii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presupune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capodopera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Leonardo da Vinci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vrut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legatura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om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natura. Pe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zambetul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Lisei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plin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mister,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fapt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creativitate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fiecarui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privitor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Pictura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admirata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Muzeul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Luvru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Paris.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B5EF6-1215-E7EB-B9AC-8B4B3865F08A}"/>
              </a:ext>
            </a:extLst>
          </p:cNvPr>
          <p:cNvSpPr txBox="1"/>
          <p:nvPr/>
        </p:nvSpPr>
        <p:spPr>
          <a:xfrm>
            <a:off x="6096000" y="2337762"/>
            <a:ext cx="315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Mona Lisa - Leonardo da Vinci</a:t>
            </a:r>
          </a:p>
        </p:txBody>
      </p:sp>
    </p:spTree>
    <p:extLst>
      <p:ext uri="{BB962C8B-B14F-4D97-AF65-F5344CB8AC3E}">
        <p14:creationId xmlns:p14="http://schemas.microsoft.com/office/powerpoint/2010/main" val="3745867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703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 H</dc:creator>
  <cp:lastModifiedBy>Miru H</cp:lastModifiedBy>
  <cp:revision>1</cp:revision>
  <dcterms:created xsi:type="dcterms:W3CDTF">2026-01-13T10:55:51Z</dcterms:created>
  <dcterms:modified xsi:type="dcterms:W3CDTF">2026-01-13T11:31:11Z</dcterms:modified>
</cp:coreProperties>
</file>